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Multi-Agent Platform (Technical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Composer + GCP + Project Diagnostics Agents</a:t>
            </a:r>
          </a:p>
          <a:p>
            <a:r>
              <a:t>Unified via MCP</a:t>
            </a:r>
          </a:p>
          <a:p>
            <a:r>
              <a:t>Goal: Intelligent Automation &amp; Self-Healing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Architecture (MCP-Based)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Composer Agent</a:t>
            </a:r>
          </a:p>
          <a:p>
            <a:r>
              <a:t>(DAG Stats, Failures)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GCP Services Agent</a:t>
            </a:r>
          </a:p>
          <a:p>
            <a:r>
              <a:t>(BigQuery, Pub/Sub)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Project Diagnostics Agent</a:t>
            </a:r>
          </a:p>
          <a:p>
            <a:r>
              <a:t>(Cost, IAM, Health)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2004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MCP (Agent Communication Layer)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5720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Actions</a:t>
            </a:r>
          </a:p>
          <a:p>
            <a:r>
              <a:t>(Alert | Fix | Optimize)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Communication (MCP)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MCP acts as central protocol layer</a:t>
            </a:r>
          </a:p>
          <a:p>
            <a:r>
              <a:t>Agents share context, events, and insights</a:t>
            </a:r>
          </a:p>
          <a:p>
            <a:r>
              <a:t>Supports orchestration and decision-making</a:t>
            </a:r>
          </a:p>
          <a:p>
            <a:r>
              <a:t>Enables cross-agent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Composer Agent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DAG run/failure tracking</a:t>
            </a:r>
          </a:p>
          <a:p>
            <a:r>
              <a:t>• Auto-retry failed DAGs</a:t>
            </a:r>
          </a:p>
          <a:p>
            <a:r>
              <a:t>• SLA breach alerts</a:t>
            </a:r>
          </a:p>
          <a:p>
            <a:r>
              <a:t>• DAG performance insights</a:t>
            </a:r>
          </a:p>
          <a:p>
            <a:r>
              <a:t>• DAG code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Services Agent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BigQuery query optimization</a:t>
            </a:r>
          </a:p>
          <a:p>
            <a:r>
              <a:t>• Pub/Sub lag monitoring</a:t>
            </a:r>
          </a:p>
          <a:p>
            <a:r>
              <a:t>• Storage lifecycle optimization</a:t>
            </a:r>
          </a:p>
          <a:p>
            <a:r>
              <a:t>• API failure detection</a:t>
            </a:r>
          </a:p>
          <a:p>
            <a:r>
              <a:t>• Resource utilization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Diagnostics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Cost anomaly detection</a:t>
            </a:r>
          </a:p>
          <a:p>
            <a:r>
              <a:t>• IAM misconfiguration detection</a:t>
            </a:r>
          </a:p>
          <a:p>
            <a:r>
              <a:t>• Quota monitoring</a:t>
            </a:r>
          </a:p>
          <a:p>
            <a:r>
              <a:t>• Security vulnerabilities</a:t>
            </a:r>
          </a:p>
          <a:p>
            <a:r>
              <a:t>• Resource health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Cross-Agent Intelligence (via MCP)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Correlate DAG failure with BigQuery issues</a:t>
            </a:r>
          </a:p>
          <a:p>
            <a:r>
              <a:t>• Root cause analysis across services</a:t>
            </a:r>
          </a:p>
          <a:p>
            <a:r>
              <a:t>• Unified alerting</a:t>
            </a:r>
          </a:p>
          <a:p>
            <a:r>
              <a:t>• Automated remediation workflows</a:t>
            </a:r>
          </a:p>
          <a:p>
            <a:r>
              <a:t>• End-to-end observability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3-Month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Agent foundations + Composer agent</a:t>
            </a:r>
          </a:p>
          <a:p>
            <a:r>
              <a:t>Month 2: GCP agents + MCP integration</a:t>
            </a:r>
          </a:p>
          <a:p>
            <a:r>
              <a:t>Month 3: Diagnostics + automation + self-healing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